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C193B"/>
                </a:solidFill>
                <a:latin typeface="Yu Gothic"/>
              </a:rPr>
              <a:t>OTの1時間先予測を試したPoC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10607040" cy="2834640"/>
          </a:xfrm>
          <a:prstGeom prst="roundRect">
            <a:avLst/>
          </a:prstGeom>
          <a:solidFill>
            <a:srgbClr val="0C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Yu Gothic"/>
              </a:rPr>
              <a:t>OTの1時間先予測を試したPoC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6634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606D80"/>
                </a:solidFill>
                <a:latin typeface="Yu Gothic"/>
              </a:rPr>
              <a:t>初学者向けに整理した ETTh1 データの予測課題サマリー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C193B"/>
                </a:solidFill>
                <a:latin typeface="Yu Gothic"/>
              </a:rPr>
              <a:t>今回やったことを一言でいうと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過去のデータを使って、1時間後の OT を予測できるか試した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まずデータの中身を確認し、そのあと予測に使う材料を作った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複数のモデルを比べて、どの方法が一番当たるかを確認した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440680"/>
            <a:ext cx="10607040" cy="640080"/>
          </a:xfrm>
          <a:prstGeom prst="roundRect">
            <a:avLst/>
          </a:prstGeom>
          <a:solidFill>
            <a:srgbClr val="E2EDFF"/>
          </a:solidFill>
          <a:ln>
            <a:solidFill>
              <a:srgbClr val="D5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C193B"/>
                </a:solidFill>
                <a:latin typeface="Yu Gothic"/>
              </a:rPr>
              <a:t>最良モデルは Ridge。 テストでは MAE 0.435、直前値ベースラインより 33.1% 改善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C193B"/>
                </a:solidFill>
                <a:latin typeface="Yu Gothic"/>
              </a:rPr>
              <a:t>課題の進め方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1. データを読む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2. EDAでデータの状態を確認する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3. 予測に使う特徴量を作る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4. train / valid / test に分ける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5. モデルを学習して性能を比べる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6. 結果を表とグラフでまとめる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C193B"/>
                </a:solidFill>
                <a:latin typeface="Yu Gothic"/>
              </a:rPr>
              <a:t>EDAで確認したこと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データ期間は 2016-07-01 から 2018-06-26、件数は 17,420 行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欠損値は全列で 0 件だったので、まずはそのまま使える状態だった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目的変数 OT の平均は 13.32、標準偏差は 8.57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OT と相関が比較的高かった列は HULL (0.22) / MULL (0.22) / LUFL (0.12)</a:t>
            </a:r>
          </a:p>
        </p:txBody>
      </p:sp>
      <p:pic>
        <p:nvPicPr>
          <p:cNvPr id="5" name="Picture 4" descr="ot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25880"/>
            <a:ext cx="5943600" cy="21227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C193B"/>
                </a:solidFill>
                <a:latin typeface="Yu Gothic"/>
              </a:rPr>
              <a:t>EDAとは何か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EDA は Exploratory Data Analysis の略で、探索的データ分析のこと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いきなりモデルを作らず、まずデータの特徴やクセを理解する作業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欠損、分布、時系列の動き、効きそうな列を把握してから次に進む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440680"/>
            <a:ext cx="10607040" cy="640080"/>
          </a:xfrm>
          <a:prstGeom prst="roundRect">
            <a:avLst/>
          </a:prstGeom>
          <a:solidFill>
            <a:srgbClr val="E2EDFF"/>
          </a:solidFill>
          <a:ln>
            <a:solidFill>
              <a:srgbClr val="D5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C193B"/>
                </a:solidFill>
                <a:latin typeface="Yu Gothic"/>
              </a:rPr>
              <a:t>今回の EDA は、OT が予測できそうかを見極めるための下調べ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C193B"/>
                </a:solidFill>
                <a:latin typeface="Yu Gothic"/>
              </a:rPr>
              <a:t>予測に使う材料を作った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時刻から hour、dayofweek、month、is_weekend を作成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OT の 1時間前、2時間前、24時間前などの lag を作成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直近数時間の平均やばらつきも追加して、流れを捉えやすくした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こうした予測に使う材料を特徴量と呼ぶ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25880"/>
            <a:ext cx="5943600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C193B"/>
                </a:solidFill>
                <a:latin typeface="Yu Gothic"/>
              </a:rPr>
              <a:t>データの分け方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時系列データなので、順番を崩さずに古い順から分割した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学習用 train が 70%、調整用 valid が 15%、最終確認用 test が 15%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未来の情報を見ないようにするのが重要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440680"/>
            <a:ext cx="10607040" cy="640080"/>
          </a:xfrm>
          <a:prstGeom prst="roundRect">
            <a:avLst/>
          </a:prstGeom>
          <a:solidFill>
            <a:srgbClr val="E2EDFF"/>
          </a:solidFill>
          <a:ln>
            <a:solidFill>
              <a:srgbClr val="D5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C193B"/>
                </a:solidFill>
                <a:latin typeface="Yu Gothic"/>
              </a:rPr>
              <a:t>今回の設定は「時刻 T までの情報で T+1 の OT を予測する」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C193B"/>
                </a:solidFill>
                <a:latin typeface="Yu Gothic"/>
              </a:rPr>
              <a:t>試したモデル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比較用として平均値ベースラインと直前値ベースラインを用意した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学習モデルとして Linear Regression、Ridge、Random Forest などを試した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単純な方法より良いかどうかを確認するのが PoC では大事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C193B"/>
                </a:solidFill>
                <a:latin typeface="Yu Gothic"/>
              </a:rPr>
              <a:t>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Ridge: MAE 0.435 / RMSE 0.645 / R2 0.948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Linear Regression: MAE 0.435 / RMSE 0.645 / R2 0.948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Extra Trees: MAE 0.440 / RMSE 0.657 / R2 0.946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HistGradientBoosting: MAE 0.443 / RMSE 0.652 / R2 0.947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Random Forest: MAE 0.445 / RMSE 0.652 / R2 0.947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440680"/>
            <a:ext cx="10607040" cy="640080"/>
          </a:xfrm>
          <a:prstGeom prst="roundRect">
            <a:avLst/>
          </a:prstGeom>
          <a:solidFill>
            <a:srgbClr val="E2EDFF"/>
          </a:solidFill>
          <a:ln>
            <a:solidFill>
              <a:srgbClr val="D5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C193B"/>
                </a:solidFill>
                <a:latin typeface="Yu Gothic"/>
              </a:rPr>
              <a:t>今回は Ridge が最も安定して高精度だった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C193B"/>
                </a:solidFill>
                <a:latin typeface="Yu Gothic"/>
              </a:rPr>
              <a:t>この結果から言えること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OT の 1時間先予測は十分現実的で、PoC として成立している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複雑すぎるモデルでなくても、特徴量設計でかなり良い精度が出た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まずはシンプルな手法でベースを作る進め方は妥当だった</a:t>
            </a:r>
          </a:p>
        </p:txBody>
      </p:sp>
      <p:pic>
        <p:nvPicPr>
          <p:cNvPr id="5" name="Picture 4" descr="test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25880"/>
            <a:ext cx="5943600" cy="21227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C193B"/>
                </a:solidFill>
                <a:latin typeface="Yu Gothic"/>
              </a:rPr>
              <a:t>次にやるとよいこと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6時間先や24時間先など、より難しい予測にも広げる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LightGBM などの別モデルも試して比較を増やす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32A34"/>
                </a:solidFill>
                <a:latin typeface="Yu Gothic"/>
              </a:rPr>
              <a:t>複数期間のバックテストで、時期による性能差も確認する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440680"/>
            <a:ext cx="10607040" cy="640080"/>
          </a:xfrm>
          <a:prstGeom prst="roundRect">
            <a:avLst/>
          </a:prstGeom>
          <a:solidFill>
            <a:srgbClr val="E2EDFF"/>
          </a:solidFill>
          <a:ln>
            <a:solidFill>
              <a:srgbClr val="D5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C193B"/>
                </a:solidFill>
                <a:latin typeface="Yu Gothic"/>
              </a:rPr>
              <a:t>今回の成果は「1時間先予測の最初の土台づくり」として使える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